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2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352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Loan Approval Prediction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778240" y="228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:</a:t>
            </a:r>
            <a:endParaRPr lang="en-US" sz="1600" b="1" dirty="0"/>
          </a:p>
          <a:p>
            <a:pPr marL="0" indent="0" algn="r"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Shammah Ndubuisi</a:t>
            </a:r>
            <a:endParaRPr lang="en-US" sz="1600" b="1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1064240" cy="0"/>
          </a:xfrm>
          <a:prstGeom prst="line">
            <a:avLst/>
          </a:prstGeom>
          <a:noFill/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000" dirty="0"/>
          </a:p>
          <a:p>
            <a:pPr marL="0" indent="0">
              <a:buNone/>
            </a:pPr>
            <a:r>
              <a:rPr lang="en-US" sz="80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Report.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8961120" y="4206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Internship Report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Data Preprocessing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840480"/>
          </a:xfrm>
          <a:prstGeom prst="roundRect">
            <a:avLst>
              <a:gd name="adj" fmla="val 7143"/>
            </a:avLst>
          </a:prstGeom>
          <a:solidFill>
            <a:srgbClr val="4A4A4D">
              <a:alpha val="6000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whether a loan application is approved (Y) or not (N) from applicant details.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raw data has 614 training rows and 13 columns, with missing values in 7 columns, heavily skewed incomes and a text value ("3+") in a numeric column.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80760" y="2103120"/>
            <a:ext cx="0" cy="329184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PREPROCESSING GOAL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65176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a clean, fully numeric dataset where train and test are prepared in exactly the same way, with nothing learned from the test set.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is recorded with what was done and why.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Data Preprocessing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Decisions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2939176"/>
          </a:xfrm>
          <a:prstGeom prst="roundRect">
            <a:avLst>
              <a:gd name="adj" fmla="val 9333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6B6F76"/>
            </a:solidFill>
            <a:prstDash val="solid"/>
          </a:ln>
        </p:spPr>
      </p:sp>
      <p:pic>
        <p:nvPicPr>
          <p:cNvPr id="5" name="Image 0" descr="/home/claude/w/img/02_missing_valu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20240"/>
            <a:ext cx="4846320" cy="26648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49051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Credit_History (50), Self_Employed (32) and LoanAmount (22) have the most gaps.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26480" y="18745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Categories, credit, term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185623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with the mode. Credit history is 0/1 and 83% of terms are 360 months.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26480" y="29718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loan_amount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295351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with the median, because a few very large loans pull the mean up.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26480" y="40690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405079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rows and loan_id in train and test. None found, none removed.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26480" y="51663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26480" y="5166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5148072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"3+" became 3; credit history and term converted to whole numbers.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Data Preprocessing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&amp; Encoding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480560"/>
          </a:xfrm>
          <a:prstGeom prst="roundRect">
            <a:avLst>
              <a:gd name="adj" fmla="val 6122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total_household_income</a:t>
            </a: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applicant + co-applicant income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loan_income_ratio</a:t>
            </a: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loan ÷ total income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</a:t>
            </a: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loan ÷ term (monthly repayment)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balance_income</a:t>
            </a: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income − emi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2120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amount × 1,000 first, as it is recorded in thousands.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40680" cy="4480560"/>
          </a:xfrm>
          <a:prstGeom prst="roundRect">
            <a:avLst>
              <a:gd name="adj" fmla="val 6122"/>
            </a:avLst>
          </a:prstGeom>
          <a:solidFill>
            <a:srgbClr val="BCD3F5">
              <a:alpha val="85000"/>
            </a:srgbClr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6060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encoding (0/1): </a:t>
            </a: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gender, married, education, self-employed and the target. Two values need one column.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as a number: </a:t>
            </a: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dependents (0 to 3), because the order matters. 3+ is treated as 3.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encoding: </a:t>
            </a: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property_area, because its 3 areas have no order. drop_first avoids a redundant column.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Data Preprocessing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 and Scaling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2538818"/>
          </a:xfrm>
          <a:prstGeom prst="roundRect">
            <a:avLst>
              <a:gd name="adj" fmla="val 10805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5" name="Image 0" descr="/home/claude/w/img/06_boxplots_before_c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37360"/>
            <a:ext cx="5212080" cy="22644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600200"/>
            <a:ext cx="5486400" cy="2538818"/>
          </a:xfrm>
          <a:prstGeom prst="roundRect">
            <a:avLst>
              <a:gd name="adj" fmla="val 10805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7" name="Image 1" descr="/home/claude/w/img/07_boxplots_after_capp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737360"/>
            <a:ext cx="5212080" cy="22644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436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48920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IQR rule (1.5 × IQR). Z-scores miss outliers in skewed data because they inflate the standard deviation.</a:t>
            </a:r>
            <a:endParaRPr lang="en-US" dirty="0"/>
          </a:p>
        </p:txBody>
      </p:sp>
      <p:sp>
        <p:nvSpPr>
          <p:cNvPr id="10" name="Text 6"/>
          <p:cNvSpPr txBox="1"/>
          <p:nvPr/>
        </p:nvSpPr>
        <p:spPr>
          <a:xfrm>
            <a:off x="434340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343400" y="48920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capped at the IQR limits, not deleted. High incomes look genuine and rows are scarce.</a:t>
            </a:r>
            <a:endParaRPr lang="en-US" dirty="0"/>
          </a:p>
        </p:txBody>
      </p:sp>
      <p:sp>
        <p:nvSpPr>
          <p:cNvPr id="12" name="Text 8"/>
          <p:cNvSpPr txBox="1"/>
          <p:nvPr/>
        </p:nvSpPr>
        <p:spPr>
          <a:xfrm>
            <a:off x="809244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48920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on 8 continuous columns, fitted on train only. Safe after capping.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Data Preprocessing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 and Key Observations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0" cy="3812081"/>
          </a:xfrm>
          <a:prstGeom prst="roundRect">
            <a:avLst>
              <a:gd name="adj" fmla="val 719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6B6F76"/>
            </a:solidFill>
            <a:prstDash val="solid"/>
          </a:ln>
        </p:spPr>
      </p:sp>
      <p:pic>
        <p:nvPicPr>
          <p:cNvPr id="5" name="Image 0" descr="/home/claude/w/img/10_correlation_with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83080"/>
            <a:ext cx="4754880" cy="35377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55080" y="1645920"/>
            <a:ext cx="5029200" cy="3808023"/>
          </a:xfrm>
          <a:prstGeom prst="roundRect">
            <a:avLst>
              <a:gd name="adj" fmla="val 7204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6B6F76"/>
            </a:solidFill>
            <a:prstDash val="solid"/>
          </a:ln>
        </p:spPr>
      </p:sp>
      <p:pic>
        <p:nvPicPr>
          <p:cNvPr id="7" name="Image 1" descr="/home/claude/w/img/11_feature_impor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783080"/>
            <a:ext cx="4754880" cy="353370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669280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669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credit_history: r ≈ 0.54 with approval, about half of total importance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63640" y="5669280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63640" y="5669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Removed: balance_income, emi, gender, loan_id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balance_income (r = 0.99) and emi (r = 0.86) repeat other features. Gender had no link to approval.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Data Preprocessing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 Summary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/ median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8770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Suits categories and skewed numbers; no distortion from extreme loans.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Train-only fitting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56000" y="2697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values, limits and scaler never see test data, so no leakage.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outliers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96640" y="34315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all 614 rows while limiting extreme values.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vs label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implying a false order for property area.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BCD3F5"/>
          </a:solidFill>
          <a:ln w="9525">
            <a:solidFill>
              <a:srgbClr val="6B6F7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redundancy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56000" y="49403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correlated pairs (|r| ≥ 0.8) add no new information.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760720"/>
            <a:ext cx="11064240" cy="777240"/>
          </a:xfrm>
          <a:prstGeom prst="roundRect">
            <a:avLst>
              <a:gd name="adj" fmla="val 35294"/>
            </a:avLst>
          </a:prstGeom>
          <a:solidFill>
            <a:srgbClr val="3A3A3C">
              <a:alpha val="8500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806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machine learning data set is passed as all numeric with no missing value. The train and test sets share the same features and target is 0/1.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593</Words>
  <Application>Microsoft Office PowerPoint</Application>
  <PresentationFormat>Widescreen</PresentationFormat>
  <Paragraphs>72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Shammah Ndubuisi</dc:creator>
  <cp:lastModifiedBy>shammah Ndubuisi</cp:lastModifiedBy>
  <cp:revision>2</cp:revision>
  <dcterms:created xsi:type="dcterms:W3CDTF">2026-10-28T18:30:45Z</dcterms:created>
  <dcterms:modified xsi:type="dcterms:W3CDTF">2026-10-28T18:53:27Z</dcterms:modified>
</cp:coreProperties>
</file>